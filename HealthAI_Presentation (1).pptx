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1FA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HealthAI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9E5"/>
                </a:solidFill>
              </a:rPr>
              <a:t>AI-Powered Healthcare Assistance System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B.Tech Artificial Intelligence &amp; Machine Learning  |  MRECW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Presented by: G. Nandini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HealthAI is an educational web application that analyses basic symptom patterns using machine learning. Users register, select symptoms such as fever, cough or headache, and a Decision Tree classifier trained on a symptom dataset predicts a possible condition. The app saves each analysis to a personal history and provides safety, food and hydration guidance. It is built with Python, Streamlit, Pandas and Scikit-learn, and is intended for learning, not medical diagnosis.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A39A"/>
                </a:solidFill>
              </a:rPr>
              <a:t>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</a:rPr>
              <a:t>Symptom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32918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A39A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</a:rPr>
              <a:t>Condition classes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32918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A39A"/>
                </a:solidFill>
              </a:rPr>
              <a:t>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</a:rPr>
              <a:t>App modules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People often search the internet for minor symptoms and meet confusing, unreliable information.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A simple, safe, easy-to-use tool for basic health awareness is needed.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Build a simple symptom analyzer with ML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Provide secure login and personal history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Offer safety, food and hydration guidance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Promote awareness, not diagnosis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Modules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app.py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Streamlit UI, navigation, dashboard, safety guide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auth.py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Register and login with SHA-256 hashed passwords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history.py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Saves and retrieves each user's analyses (JSON)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symptom_analyzer.py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Loads dataset, trains Decision Tree, predicts condition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symptoms.csv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Sample dataset: 9 symptoms, 1 condition label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users.json / history.json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Lightweight data storage for accounts and records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Workflow &amp; ML Method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280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2801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FA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83080" y="1280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Symptoms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280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Vector (0/1)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FA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280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Tree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1280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 + Guidance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12801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FA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1280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Saved History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603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Algorithm: DecisionTreeClassifier (scikit-learn, random_state=42)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Conditions encoded with LabelEncoder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Output classes: Common Cold, Flu, Headache, Tension Headache, Gastroenteritis, Stomach Infection, Throat Infection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Hardware &amp; Software Requirements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Hardware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Laptop / desktop PC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Processor: Intel i3 or higher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RAM: 4 GB (8 GB recommended)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Storage: 500 MB free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Software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Windows 10/11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Python 3.11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Streamlit, Pandas, Scikit-learn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VS Code, Chrome / Edge browser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Working Project Screens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16459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pic>
        <p:nvPicPr>
          <p:cNvPr id="7" name="Image 0" descr="Login / Register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05840"/>
            <a:ext cx="3840480" cy="1554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633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Login / Register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3931920" cy="16459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pic>
        <p:nvPicPr>
          <p:cNvPr id="10" name="Image 1" descr="Dashboard screensho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005840"/>
            <a:ext cx="3840480" cy="1554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2633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pic>
        <p:nvPicPr>
          <p:cNvPr id="13" name="Image 2" descr="Symptom Analyzer screensho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" y="2971800"/>
            <a:ext cx="3840480" cy="1554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" y="4599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Symptom Analyzer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pic>
        <p:nvPicPr>
          <p:cNvPr id="16" name="Image 3" descr="Result &amp; Guidance screensho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00600" y="2971800"/>
            <a:ext cx="3840480" cy="1554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54880" y="4599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Result &amp; Guidance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Limitations &amp; Future Enhancements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HealthAI | AI-Powered Healthcare Assistance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Small sample dataset (10 records)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Not clinically validated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JSON storage, basic password hashing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0" y="1097280"/>
            <a:ext cx="4663440" cy="3383280"/>
          </a:xfrm>
          <a:prstGeom prst="roundRect">
            <a:avLst>
              <a:gd name="adj" fmla="val 2162"/>
            </a:avLst>
          </a:prstGeom>
          <a:solidFill>
            <a:srgbClr val="F4F8FB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55448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Larger real datasets; compare Random Forest and Naive Bayes with accuracy and recall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Probability / confidence scores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NLP for free-text symptoms; Telugu + English support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SQL database with salted bcrypt hashing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PDF report download; chatbot assistant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Mobile app and cloud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FF0"/>
                </a:solidFill>
              </a:rPr>
              <a:t>HealthAI shows how a simple machine-learning model can support basic health awareness through a secure, user-friendly interface. With larger datasets and stronger security it can grow into a more reliable assistant.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FF0"/>
                </a:solidFill>
              </a:rPr>
              <a:t>This system is for educational purposes and does not replace professional medical advice.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E0D8"/>
                </a:solidFill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2026-10-06T06:37:31Z</dcterms:created>
  <dcterms:modified xsi:type="dcterms:W3CDTF">2026-10-06T06:37:32Z</dcterms:modified>
</cp:coreProperties>
</file>